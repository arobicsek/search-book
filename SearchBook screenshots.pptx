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75" d="100"/>
          <a:sy n="75" d="100"/>
        </p:scale>
        <p:origin x="6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A7762-5014-F35C-8055-97983BF9C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D2CC77-9418-129B-F831-6FC1A4490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5ABE8-16A3-64B3-BBC9-AF776D2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0089-8B66-443B-9062-935DC0FDC42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D038E-C549-B939-542A-8A3595392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FCDC2-984C-43DA-19D3-C82CD1606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8F0FD-281B-4347-BE8A-72E5B8871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674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BB850-6B22-70A5-D5CA-60FBFFFD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6B490-6048-CD9F-33DD-EA7223597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D5C1F-FBDA-D3EF-1D5A-1906FA296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0089-8B66-443B-9062-935DC0FDC42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CFD13-E61C-3590-2D7D-C43E90A3A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349CB-B50F-B9C8-271C-1C024ABFD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8F0FD-281B-4347-BE8A-72E5B8871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96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E728B-05FC-4CE3-B78E-67CCEF03F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75873-8C5F-46C7-517F-C8A036874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904FF-D561-C2B1-C3E5-B4E0018D3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0089-8B66-443B-9062-935DC0FDC42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1B100-E938-88EF-100B-BAF6C6561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2EEC5-BAB7-4115-86FB-353AE547A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8F0FD-281B-4347-BE8A-72E5B8871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47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C8F32-171B-0D35-3FE4-BD5103E02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E26B4-18E7-C1BB-AE87-253ED3B7A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96967-6DC5-91E4-C9C3-ECAF94D30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7B530-9A28-1786-699C-227FD5691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0089-8B66-443B-9062-935DC0FDC42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F5325-73A0-0FE2-50EB-D892AD5E9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94312-349E-1C50-7F75-ACAD814FC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8F0FD-281B-4347-BE8A-72E5B8871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97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ACD9E-5A24-4207-34C9-696D86172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0A36F-71D8-897A-130E-E6CC6532C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984DC-D9B3-155A-9FF9-4F633415B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DBB7C9-E0EA-6DEE-DE9F-F2230F1EBD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138198-ACB1-BEDA-7381-08BEF5000A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83BB06-3A87-C83C-F789-012C00E59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0089-8B66-443B-9062-935DC0FDC42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ED7C00-5985-3BE6-254E-27832F3F3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94717E-F1FC-5D86-8705-9D5E2D24C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8F0FD-281B-4347-BE8A-72E5B8871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34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B8DE4-E961-5A1D-8137-600D62D65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C97617-7CEF-212C-3A21-0ABEDCA48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0089-8B66-443B-9062-935DC0FDC42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D95AC-B679-4EE2-93B2-6A2512661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938CAC-18C1-A1AF-F06E-13148F201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8F0FD-281B-4347-BE8A-72E5B8871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227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98D087-8FA5-2B87-ADDB-77E1D27DC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0089-8B66-443B-9062-935DC0FDC42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2A5149-0D5B-32C9-3EA2-42A88096E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A4D14-4265-9745-C039-50B101041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8F0FD-281B-4347-BE8A-72E5B8871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513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FFF65-DA90-C487-3985-A885025BA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688C9-866C-C963-5E4E-BD7984D65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8FCDC7-0A0A-D416-BCCE-BC4E66880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3E1AA9-F634-09E3-344F-D24AAD56A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0089-8B66-443B-9062-935DC0FDC42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B598E-11C8-5347-685D-E0370D352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80231-334B-524B-83AA-9EBD0B8E1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8F0FD-281B-4347-BE8A-72E5B8871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6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53DCC-8A76-0DD3-8D01-244B3B5C9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821F5E-0365-9D48-4C44-3EFDFA2C11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08A2AE-67E9-7C67-EC73-60FE6F786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93DF84-6B25-3FB8-5C5C-63241889A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0089-8B66-443B-9062-935DC0FDC42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3F050-5C15-1EC6-42E4-1A43D8F44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3641E-E67B-34E4-2C07-768E421B9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8F0FD-281B-4347-BE8A-72E5B8871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786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C2B0-F27A-1CB1-1EA8-25D10F28B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0A697-0D74-DC28-7A6C-37F4A1A8DD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3C686-2B0B-BCCA-F33E-7DCB4F298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0089-8B66-443B-9062-935DC0FDC42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81E49-9B35-F863-A5F4-9E124D36B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0F9A1-9755-F713-0751-841E1FCF8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8F0FD-281B-4347-BE8A-72E5B8871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942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D0A618-6229-7DE8-B878-901C36548D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970EC4-48F0-A133-28D9-F5F5218DD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43971-A768-1428-D2ED-3B14EF80B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A0089-8B66-443B-9062-935DC0FDC42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F3640-D0E5-7DEE-B27C-E1C43FABA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E3286-6095-A0B4-AF56-BB915A94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8F0FD-281B-4347-BE8A-72E5B8871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143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50B20E-C7BD-3018-D440-837CAAACF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93238-96BA-A537-D8A4-DC889F908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9C408-81EB-435D-2D90-82B34A7F8A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EA0089-8B66-443B-9062-935DC0FDC42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853CB-C355-3516-BA08-82152EDB5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0BC47-31AD-9AEB-4A67-A7DD294C2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78F0FD-281B-4347-BE8A-72E5B8871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5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15EB55-A68A-3398-99B0-5AA257983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527"/>
            <a:ext cx="12192000" cy="660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9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0B8A89-083D-3A30-0D0C-B683155F1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391"/>
            <a:ext cx="12192000" cy="661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703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56E57F-A9F2-000F-91D9-BACF5E0BC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269"/>
            <a:ext cx="12192000" cy="659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06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473B13-A0C9-DFCC-C2A6-428F1CE17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739"/>
            <a:ext cx="12192000" cy="659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593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FFD147-665C-1796-BE4A-4F63E3EBA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467"/>
            <a:ext cx="12192000" cy="653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101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DA3FEC-C75C-6BC0-4C8F-AC9A1F3FC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868"/>
            <a:ext cx="12192000" cy="654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93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D41BC4-83C8-22B1-EAC3-1E6B459AF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909"/>
            <a:ext cx="12192000" cy="662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664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568971-7A8C-9EB3-25BF-BFDB6225D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653"/>
            <a:ext cx="12192000" cy="657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053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DB58E8-79BF-08A2-50A9-3A45165616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128"/>
            <a:ext cx="12192000" cy="652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017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B651DA-9690-E2DE-7909-015C6A8A3A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569"/>
            <a:ext cx="12192000" cy="661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177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35AD07-22FA-E683-0616-CA6D09474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478"/>
            <a:ext cx="12192000" cy="658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207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D7F811-A712-9871-D323-2071E7FA9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850"/>
            <a:ext cx="12192000" cy="659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864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37A730-5477-0C85-CC19-6656199B7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519"/>
            <a:ext cx="12192000" cy="663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37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3073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 Robicsek</dc:creator>
  <cp:lastModifiedBy>Ari Robicsek</cp:lastModifiedBy>
  <cp:revision>1</cp:revision>
  <dcterms:created xsi:type="dcterms:W3CDTF">2026-02-09T20:31:28Z</dcterms:created>
  <dcterms:modified xsi:type="dcterms:W3CDTF">2026-02-09T20:34:34Z</dcterms:modified>
</cp:coreProperties>
</file>